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9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3546856"/>
            <a:ext cx="64008" cy="558546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546856"/>
            <a:ext cx="10607040" cy="55854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63753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286000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683764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081528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8902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2848356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246120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643884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041648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54914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921252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&lt;h1&gt;サイバー購買部&lt;/h1&gt;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&lt;p&gt;きょうの商品ラインナップ&lt;/p&gt;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5374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816096"/>
            <a:ext cx="64008" cy="77978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816096"/>
            <a:ext cx="10607040" cy="7797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47604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&lt;h1&gt;サイバー購買部&lt;/h1&gt;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9847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78764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&lt;h2&gt;メロンパン&lt;/h2&gt;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&lt;p&gt;150円&lt;/p&gt;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76428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32663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88899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435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35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56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17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77571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440613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
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861566"/>
            <a:ext cx="10881360" cy="2316480"/>
          </a:xfrm>
          <a:prstGeom prst="roundRect">
            <a:avLst>
              <a:gd name="adj" fmla="val 2368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98726"/>
            <a:ext cx="10552176" cy="2042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&lt;h2&gt;メロンパン&lt;/h2&gt;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&lt;p&gt;150円&lt;/p&gt;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&lt;h2&gt;焼きそばパン&lt;/h2&gt;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&lt;p&gt;180円&lt;/p&gt;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36092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92328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548563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&lt;p&gt;&lt;span&gt;150&lt;/span&gt;円&lt;/p&gt;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6082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12318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4685538"/>
            <a:ext cx="64008" cy="490474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685538"/>
            <a:ext cx="10607040" cy="4904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href="items/item01.html"&gt;くわしく見る&lt;/a&gt;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60826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494842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78507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15667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class="item-name"&gt;メロンパン&lt;/h2&gt;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0977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995801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626229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2061210"/>
          </a:xfrm>
          <a:prstGeom prst="roundRect">
            <a:avLst>
              <a:gd name="adj" fmla="val 2662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178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class="item-icon"&gt;🍈&lt;/p&gt;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&lt;h2 class="item-name"&gt;メロンパン&lt;/h2&gt;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class="item-category"&gt;パン&lt;/p&gt;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&lt;p  class="item-price-line"&gt;&lt;span class="item-price"&gt;150&lt;/span&gt;円&lt;/p&gt;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&lt;a  class="item-link" href="items/item01.html"&gt;くわしく見る&lt;/a&gt;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53009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class="item-price"&gt;150&lt;/span&gt;円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628898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633722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10287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サイトを開く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出てきたパネルが、そのページの HTML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461004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64008" cy="77978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023360"/>
            <a:ext cx="10607040" cy="7797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
</a:t>
            </a:r>
            <a:pPr indent="0" marL="0">
              <a:buNone/>
            </a:pPr>
            <a:r>
              <a:rPr lang="en-US" sz="1700" b="1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410712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808476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48356"/>
            <a:ext cx="10881360" cy="2061210"/>
          </a:xfrm>
          <a:prstGeom prst="roundRect">
            <a:avLst>
              <a:gd name="adj" fmla="val 2662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85516"/>
            <a:ext cx="10552176" cy="1786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67360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423595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60826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10712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253740"/>
            <a:ext cx="64008" cy="490474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53740"/>
            <a:ext cx="10607040" cy="4904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1700" i="1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90880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471162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04013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7658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0901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くり返し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071366"/>
            <a:ext cx="64008" cy="77978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071366"/>
            <a:ext cx="10607040" cy="7797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17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01573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848356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985516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32663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88899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25374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88416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514596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651756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13350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「いままでで一番安い値段」を覚えておく箱を用意する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上から順に見ていく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最後まで見たら、覚えているのが最安値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257175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2974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4063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62889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ここまでで、今日のメインは終わりです。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ステップ4：リンクをたどる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9184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86715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42950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99186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764280"/>
            <a:ext cx="10881360" cy="72237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
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63296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41071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9730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410712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808476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06240"/>
            <a:ext cx="10561320" cy="36118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471373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546856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4177284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7517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546856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177284"/>
            <a:ext cx="64008" cy="558546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77284"/>
            <a:ext cx="10607040" cy="55854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A3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7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ステップ5：本物のページに触る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84835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41071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973068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15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9847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CCD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15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332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253740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390900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73202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529590"/>
          </a:xfrm>
          <a:prstGeom prst="roundRect">
            <a:avLst>
              <a:gd name="adj" fmla="val 1036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2552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9847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18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560826"/>
            <a:ext cx="10881360" cy="784860"/>
          </a:xfrm>
          <a:prstGeom prst="roundRect">
            <a:avLst>
              <a:gd name="adj" fmla="val 6990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697986"/>
            <a:ext cx="10552176" cy="510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52856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666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784094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414522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675378"/>
            <a:ext cx="64008" cy="915924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675378"/>
            <a:ext cx="10607040" cy="9159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100" dirty="0"/>
          </a:p>
          <a:p>
            <a:pPr indent="0" marL="0">
              <a:buNone/>
            </a:pPr>
            <a:r>
              <a:rPr lang="en-US" sz="2100" i="1" dirty="0">
                <a:solidFill>
                  <a:srgbClr val="6B5F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86000"/>
            <a:ext cx="10881360" cy="1040130"/>
          </a:xfrm>
          <a:prstGeom prst="roundRect">
            <a:avLst>
              <a:gd name="adj" fmla="val 5275"/>
            </a:avLst>
          </a:prstGeom>
          <a:solidFill>
            <a:srgbClr val="FFFFFF"/>
          </a:solidFill>
          <a:ln w="12700">
            <a:solidFill>
              <a:srgbClr val="E8DD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23160"/>
            <a:ext cx="10552176" cy="7658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15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32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09010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4071366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633722"/>
            <a:ext cx="10881360" cy="4160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B370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45720"/>
          </a:xfrm>
          <a:prstGeom prst="rect">
            <a:avLst/>
          </a:prstGeom>
          <a:solidFill>
            <a:srgbClr val="F093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86000"/>
            <a:ext cx="10881360" cy="48412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16428"/>
            <a:ext cx="10881360" cy="12329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</a:t>
            </a:r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200" dirty="0">
                <a:solidFill>
                  <a:srgbClr val="8A5A1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295648"/>
            <a:ext cx="10881360" cy="8585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200" dirty="0">
                <a:solidFill>
                  <a:srgbClr val="3A33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9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2020-01-01T00:00:00Z</dcterms:created>
  <dcterms:modified xsi:type="dcterms:W3CDTF">2020-01-01T00:00:00Z</dcterms:modified>
</cp:coreProperties>
</file>