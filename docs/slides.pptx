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安い順にならべたり、平均を出したり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25548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550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50195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409444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33177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817620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8356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3149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69595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19582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69570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19557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0517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0189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7062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4222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きょうの商品ラインナップ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8498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94944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4944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09803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590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961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5656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860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16532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871980"/>
            <a:ext cx="36576" cy="1324864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53692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3517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同じ色が、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開きタグと閉じタグのペア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です。左の縦線が1組の範囲。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1996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641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5285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49754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9473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82727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618488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911856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6B2FA0"/>
          </a:solidFill>
          <a:ln w="12700">
            <a:solidFill>
              <a:srgbClr val="6B2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00200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焼きそばパン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180円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069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1714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8359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80717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7877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7827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4274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0720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4971669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71669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701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072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86766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32124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1749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719828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62251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2417699"/>
            <a:ext cx="36576" cy="2226818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99411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class="item-icon"&gt;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🍈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class="item-price-line"&gt;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 class="item-link"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98284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0016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243582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サイトを開く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274345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24332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出てきたパネルが、そのページの HTML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85292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4517390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517390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033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0678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73227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42321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841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6225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926715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063875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17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47762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68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133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7808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38553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75713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76473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76473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403364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698111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72666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09826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5094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ぜんぶに対して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、1つずつ」。取り出した1個が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323842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323842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47243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743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338832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475992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# print(price * 2)     ← 2個分の値段になる？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49783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5707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最後の行の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を外すと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`150150`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。まだ「文字」だからです。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54504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1664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9242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2496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85749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99465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322478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「いままでで一番安い値段」を覚えておく箱を用意する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72465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上から順に見ていく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51560" y="4224528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1560" y="4724400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最後まで見たら、覚えているのが最安値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92071"/>
            <a:ext cx="1088136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29231"/>
            <a:ext cx="10552176" cy="2603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15302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9041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ここからは、取ったデータを使ってみます。</a:t>
            </a:r>
            <a:endParaRPr lang="en-US"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ステップ4：ほしいものだけ選ぶ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30個ぜんぶ出てきても、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多すぎて選べません。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「120円以下だけ」「安い順に5つ」で見たいですよね。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取ってから、選ぶ。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ここからがデータの使いかたです。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「もし〜なら」で選ぶ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0816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47976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&lt;= 120: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print(name, price)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3698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もし〜なら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」。条件に合うときだけ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342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&lt;=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は「以下」。30個が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にしぼれます。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64132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01292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 = []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prices.append((price, name))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prices.sort()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608068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append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リストの後ろに足す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sort()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小さい順にならべる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6809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値段を先に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書くのがコツ。その順にならんでくれます。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安いほうから5つ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7408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124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price, name in prices[:5]: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print(price, name)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112008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49168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80 クリアファイル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使い捨てカイロ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消しゴム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シャープペンの芯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炭酸水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27100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最初の5つだけ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」。ステップ6でもまた出てきます。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ステップ5：カテゴリごとに数える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商品には、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カテゴリの名札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も付いています。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24784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361944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パンは平均いくら？ 飲み物は？ —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プログラムに数えさせます。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同じ名札ごとに、まとめる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68348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05508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totals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counts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cat   = item.find("p", class_="item-category").text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totals[cat] = totals.get(cat, 0) + price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counts[cat] = counts.get(cat, 0) + 1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8122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{}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辞書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名前で覚えておく入れもの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476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「パン → 合計1090」「飲み物 → 合計710」のように覚えていきます。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平均を出す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cat in totals: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print(cat, round(totals[cat] / counts[cat]))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69824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83540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 182 / 軽食 162 / 飲み物 118 / 文具 113 / 日用品 285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4958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round(...)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は四捨五入。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日用品だけ、ずいぶん高いですね。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日用品は本当に高い？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安い順に見ると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 / 110 / 150 / 180 / 200 / 980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980円の折りたたみ傘が1つ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、平均を引き上げていました。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0253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平均だけ見ると、まちがえます。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中身を見にいく。</a:t>
            </a:r>
            <a:endParaRPr lang="en-US" sz="2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ページの外へ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ステップ6：リンクをたどる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2285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09575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3291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933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577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2222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76780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3940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99542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68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4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8178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8234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98221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482084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0916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514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839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71652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449064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5778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87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7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ステップ7：本物のページに触る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5788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426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142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8218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41934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1008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2257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5973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1201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8460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92176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9225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4734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57987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1241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777486"/>
            <a:ext cx="91440" cy="11201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777486"/>
            <a:ext cx="10607040" cy="11201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700" dirty="0"/>
          </a:p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8944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56104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9722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6168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0261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1094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1560" y="2443480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51560" y="3011424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51560" y="3579368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25704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選ぶ・ならべる・数える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。ふつうの計算です。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498957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