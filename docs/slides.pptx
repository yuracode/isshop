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9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3546856"/>
            <a:ext cx="64008" cy="558546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546856"/>
            <a:ext cx="10607040" cy="55854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63753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28600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683764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081528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8902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84835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041648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4914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92125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&lt;p&gt;きょうの商品ラインナップ&lt;/p&gt;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5374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816096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816096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47604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9847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78764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76428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32663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88899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77571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440613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
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861566"/>
            <a:ext cx="10881360" cy="2316480"/>
          </a:xfrm>
          <a:prstGeom prst="roundRect">
            <a:avLst>
              <a:gd name="adj" fmla="val 2368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98726"/>
            <a:ext cx="10552176" cy="2042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&lt;h2&gt;焼きそばパン&lt;/h2&gt;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&lt;p&gt;180円&lt;/p&gt;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36092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92328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48563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&lt;p&gt;&lt;span&gt;150&lt;/span&gt;円&lt;/p&gt;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6082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12318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685538"/>
            <a:ext cx="64008" cy="49047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685538"/>
            <a:ext cx="10607040" cy="4904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href="items/item01.html"&gt;くわしく見る&lt;/a&gt;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0826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94842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78507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15667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class="item-name"&gt;メロンパン&lt;/h2&gt;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0977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995801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626229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2061210"/>
          </a:xfrm>
          <a:prstGeom prst="roundRect">
            <a:avLst>
              <a:gd name="adj" fmla="val 2662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78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class="item-icon"&gt;🍈&lt;/p&gt;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 class="item-name"&gt;メロンパン&lt;/h2&gt;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class="item-category"&gt;パン&lt;/p&gt;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class="item-price-line"&gt;&lt;span class="item-price"&gt;150&lt;/span&gt;円&lt;/p&gt;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&lt;a  class="item-link" href="items/item01.html"&gt;くわしく見る&lt;/a&gt;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53009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class="item-price"&gt;150&lt;/span&gt;円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2889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63372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サイトを開く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出てきたパネルが、そのページの HTML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461004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023360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
</a:t>
            </a:r>
            <a:pPr indent="0" marL="0">
              <a:buNone/>
            </a:pPr>
            <a:r>
              <a:rPr lang="en-US" sz="1700" b="1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410712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80847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48356"/>
            <a:ext cx="10881360" cy="2061210"/>
          </a:xfrm>
          <a:prstGeom prst="roundRect">
            <a:avLst>
              <a:gd name="adj" fmla="val 2662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85516"/>
            <a:ext cx="10552176" cy="178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67360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23595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6082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10712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253740"/>
            <a:ext cx="64008" cy="49047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53740"/>
            <a:ext cx="10607040" cy="4904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90880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471162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04013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7658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0901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071366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071366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01573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48356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85516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2663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88899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5374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88416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514596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651756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1335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「いままでで一番安い値段」を覚えておく箱を用意する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上から順に見ていく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最後まで見たら、覚えているのが最安値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257175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297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4063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2889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ここまでで、今日のメインは終わりです。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ステップ4：リンクをたどる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9184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86715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42950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99186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764280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
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63296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41071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730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410712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80847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0624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71373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54685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4177284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54685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177284"/>
            <a:ext cx="64008" cy="558546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77284"/>
            <a:ext cx="10607040" cy="55854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ステップ5：本物のページに触る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41071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730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15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9847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25374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39090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73202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560826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697986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52856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66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784094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41452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675378"/>
            <a:ext cx="64008" cy="91592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675378"/>
            <a:ext cx="10607040" cy="9159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100" dirty="0"/>
          </a:p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04013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7658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0901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07136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63372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12329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29564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9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2026-09-06T08:54:21Z</dcterms:created>
  <dcterms:modified xsi:type="dcterms:W3CDTF">2026-09-06T08:54:21Z</dcterms:modified>
</cp:coreProperties>
</file>